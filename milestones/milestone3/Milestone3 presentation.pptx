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54ce4707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54ce4707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4ce470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4ce470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54ce470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54ce470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54ce470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54ce470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54ce470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54ce470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54ce4707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54ce4707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4ce4707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4ce4707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54ce4707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54ce4707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socket.io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/>
              <a:t>Golf Card Game – API Design</a:t>
            </a:r>
            <a:endParaRPr b="1"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/>
              <a:t>Milestone 3 Presentation</a:t>
            </a:r>
            <a:endParaRPr sz="6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Team E: Andre Achtar-Zadeh, Mikias Berhane, Ahmad Harris, Sana Yasini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509800" y="577850"/>
            <a:ext cx="4124400" cy="11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Golf Card Game API Design &amp; Game Overview</a:t>
            </a:r>
            <a:endParaRPr sz="26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154275"/>
            <a:ext cx="8520600" cy="21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-Multiplayer 2-4 player Golf Card Game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-Players get a hidden 3x4 card grid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-Lowest score after 9 rounds wins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-Turn-based: flip, draw, and swap cards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-Server handles scoring + turn logic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-Real-time updates with Socket.io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28475" y="591475"/>
            <a:ext cx="4045200" cy="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Endpoints (High-Level)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Game Management Endpoints: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Create Game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Join Game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Start Game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Get Game State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Game Action Endpoints: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Flip Card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Draw &amp; Swap Card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End Turn / Knock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Flow: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Validate → Update DB → 202 → Socket.io broadcast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458800" y="594875"/>
            <a:ext cx="4226400" cy="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Endpoint: Start Game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Purpose: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Deal cards &amp; initialize round/turn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Validation Checks: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User is host / Game exists / 2–4 players / Status = “waiting”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State Updates: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Create + shuffle deck / Deal 12 cards/player (3×4 grid) / round_number = 1 / Set current_turn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Events Fired: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game:state:update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game:hand:update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283250" y="631975"/>
            <a:ext cx="4379400" cy="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Endpoint: Draw &amp; Swap Card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257">
                <a:solidFill>
                  <a:schemeClr val="dk1"/>
                </a:solidFill>
              </a:rPr>
              <a:t>Purpose:</a:t>
            </a:r>
            <a:endParaRPr sz="1257">
              <a:solidFill>
                <a:schemeClr val="dk1"/>
              </a:solidFill>
            </a:endParaRPr>
          </a:p>
          <a:p>
            <a:pPr indent="-30845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8"/>
              <a:buChar char="●"/>
            </a:pPr>
            <a:r>
              <a:rPr lang="en" sz="1257">
                <a:solidFill>
                  <a:schemeClr val="dk1"/>
                </a:solidFill>
              </a:rPr>
              <a:t>Draw from deck/discard and swap with grid</a:t>
            </a:r>
            <a:endParaRPr sz="125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257">
                <a:solidFill>
                  <a:schemeClr val="dk1"/>
                </a:solidFill>
              </a:rPr>
              <a:t>Validation Checks:</a:t>
            </a:r>
            <a:endParaRPr sz="1257">
              <a:solidFill>
                <a:schemeClr val="dk1"/>
              </a:solidFill>
            </a:endParaRPr>
          </a:p>
          <a:p>
            <a:pPr indent="-30845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8"/>
              <a:buChar char="●"/>
            </a:pPr>
            <a:r>
              <a:rPr lang="en" sz="1257">
                <a:solidFill>
                  <a:schemeClr val="dk1"/>
                </a:solidFill>
              </a:rPr>
              <a:t>Player’s turn</a:t>
            </a:r>
            <a:endParaRPr sz="1257">
              <a:solidFill>
                <a:schemeClr val="dk1"/>
              </a:solidFill>
            </a:endParaRPr>
          </a:p>
          <a:p>
            <a:pPr indent="-30845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8"/>
              <a:buChar char="●"/>
            </a:pPr>
            <a:r>
              <a:rPr lang="en" sz="1257">
                <a:solidFill>
                  <a:schemeClr val="dk1"/>
                </a:solidFill>
              </a:rPr>
              <a:t>Deck/discard not empty</a:t>
            </a:r>
            <a:endParaRPr sz="1257">
              <a:solidFill>
                <a:schemeClr val="dk1"/>
              </a:solidFill>
            </a:endParaRPr>
          </a:p>
          <a:p>
            <a:pPr indent="-30845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8"/>
              <a:buChar char="●"/>
            </a:pPr>
            <a:r>
              <a:rPr lang="en" sz="1257">
                <a:solidFill>
                  <a:schemeClr val="dk1"/>
                </a:solidFill>
              </a:rPr>
              <a:t>Valid swap position</a:t>
            </a:r>
            <a:endParaRPr sz="1257">
              <a:solidFill>
                <a:schemeClr val="dk1"/>
              </a:solidFill>
            </a:endParaRPr>
          </a:p>
          <a:p>
            <a:pPr indent="-30845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8"/>
              <a:buChar char="●"/>
            </a:pPr>
            <a:r>
              <a:rPr lang="en" sz="1257">
                <a:solidFill>
                  <a:schemeClr val="dk1"/>
                </a:solidFill>
              </a:rPr>
              <a:t>Player owns target card</a:t>
            </a:r>
            <a:endParaRPr sz="125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257">
                <a:solidFill>
                  <a:schemeClr val="dk1"/>
                </a:solidFill>
              </a:rPr>
              <a:t>State Updates:</a:t>
            </a:r>
            <a:endParaRPr sz="1257">
              <a:solidFill>
                <a:schemeClr val="dk1"/>
              </a:solidFill>
            </a:endParaRPr>
          </a:p>
          <a:p>
            <a:pPr indent="-30845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8"/>
              <a:buChar char="●"/>
            </a:pPr>
            <a:r>
              <a:rPr lang="en" sz="1257">
                <a:solidFill>
                  <a:schemeClr val="dk1"/>
                </a:solidFill>
              </a:rPr>
              <a:t>Draw card / Optional swap / Update discard / Recalculate score / Advance turn</a:t>
            </a:r>
            <a:br>
              <a:rPr lang="en" sz="1257">
                <a:solidFill>
                  <a:schemeClr val="dk1"/>
                </a:solidFill>
              </a:rPr>
            </a:br>
            <a:endParaRPr sz="125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257">
                <a:solidFill>
                  <a:schemeClr val="dk1"/>
                </a:solidFill>
              </a:rPr>
              <a:t>Events Fired:</a:t>
            </a:r>
            <a:endParaRPr sz="1257">
              <a:solidFill>
                <a:schemeClr val="dk1"/>
              </a:solidFill>
            </a:endParaRPr>
          </a:p>
          <a:p>
            <a:pPr indent="-29575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8"/>
              <a:buChar char="●"/>
            </a:pPr>
            <a:r>
              <a:rPr lang="en" sz="1257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Game:state:update / game:hand:update / game:turn:changed</a:t>
            </a:r>
            <a:br>
              <a:rPr lang="en" sz="105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057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58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Socket.io</a:t>
            </a:r>
            <a:r>
              <a:rPr lang="en"/>
              <a:t> Events Summary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Public Events (to all players):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game:state:update</a:t>
            </a:r>
            <a:b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game:player:joined</a:t>
            </a:r>
            <a:b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game:turn:changed</a:t>
            </a:r>
            <a:b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Private Events (to one player):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game:hand:update</a:t>
            </a:r>
            <a:b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2215200" y="461875"/>
            <a:ext cx="4713600" cy="6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090"/>
              <a:t>Server as Single Source of Truth</a:t>
            </a:r>
            <a:endParaRPr b="1" sz="20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2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Server validates every action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Prevents cheating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Keeps all players synced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Handles turn order + scoring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Stores the true state in DB</a:t>
            </a:r>
            <a:br>
              <a:rPr lang="en">
                <a:solidFill>
                  <a:schemeClr val="dk1"/>
                </a:solidFill>
              </a:rPr>
            </a:b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2841300" y="577675"/>
            <a:ext cx="34614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Vs Private State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417">
                <a:solidFill>
                  <a:schemeClr val="dk1"/>
                </a:solidFill>
              </a:rPr>
              <a:t>Public (everyone sees):</a:t>
            </a:r>
            <a:endParaRPr b="1"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7">
                <a:solidFill>
                  <a:schemeClr val="dk1"/>
                </a:solidFill>
              </a:rPr>
              <a:t>Turn</a:t>
            </a:r>
            <a:br>
              <a:rPr lang="en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7">
                <a:solidFill>
                  <a:schemeClr val="dk1"/>
                </a:solidFill>
              </a:rPr>
              <a:t>Scores</a:t>
            </a:r>
            <a:br>
              <a:rPr lang="en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7">
                <a:solidFill>
                  <a:schemeClr val="dk1"/>
                </a:solidFill>
              </a:rPr>
              <a:t>Face-up cards</a:t>
            </a:r>
            <a:br>
              <a:rPr lang="en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7">
                <a:solidFill>
                  <a:schemeClr val="dk1"/>
                </a:solidFill>
              </a:rPr>
              <a:t>Discard pile</a:t>
            </a:r>
            <a:br>
              <a:rPr lang="en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417">
                <a:solidFill>
                  <a:schemeClr val="dk1"/>
                </a:solidFill>
              </a:rPr>
              <a:t>Private (one player only):</a:t>
            </a:r>
            <a:endParaRPr b="1"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7">
                <a:solidFill>
                  <a:schemeClr val="dk1"/>
                </a:solidFill>
              </a:rPr>
              <a:t>Their 3×4 grid</a:t>
            </a:r>
            <a:br>
              <a:rPr lang="en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7">
                <a:solidFill>
                  <a:schemeClr val="dk1"/>
                </a:solidFill>
              </a:rPr>
              <a:t>Hidden cards</a:t>
            </a:r>
            <a:br>
              <a:rPr lang="en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8"/>
              <a:buChar char="●"/>
            </a:pPr>
            <a:r>
              <a:rPr lang="en" sz="1417">
                <a:solidFill>
                  <a:schemeClr val="dk1"/>
                </a:solidFill>
              </a:rPr>
              <a:t>Personal score breakdown</a:t>
            </a:r>
            <a:br>
              <a:rPr lang="en" sz="1417">
                <a:solidFill>
                  <a:schemeClr val="dk1"/>
                </a:solidFill>
              </a:rPr>
            </a:br>
            <a:endParaRPr sz="14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640050" y="611575"/>
            <a:ext cx="1863900" cy="5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WRAP-UP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Clear API design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Secure + validated actions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Real-time updates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Fair gameplay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Fully server controlled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